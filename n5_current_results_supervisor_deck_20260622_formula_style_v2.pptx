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556D5-9905-4192-AC2A-91F8F214E5A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A0CF1-47F3-4C71-9695-A096A2394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52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Calibri" panose="020F0502020204030204" pitchFamily="34" charset="0"/>
              </a:rPr>
              <a:t>This deck explains only the method logic implemented in vit_lora_cifar100_full5step_n5.ipynb.
It is designed for supervisor discussion and code-method traceability.
The focus methods are simple average merging, rank extension, DO-merging, and orthogonality.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A0CF1-47F3-4C71-9695-A096A2394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26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Calibri" panose="020F0502020204030204" pitchFamily="34" charset="0"/>
              </a:rPr>
              <a:t>Key configuration source: Cell 3 (full comparison configuration).
Important variables: NUM_STEPS=5, CLASSES_PER_STEP=20, TARGET_MODULES=['q_proj','v_proj'].
The methods differ in how per-step LoRA updates are trained/combined and whether replay/orth regularization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A0CF1-47F3-4C71-9695-A096A239405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97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Calibri" panose="020F0502020204030204" pitchFamily="34" charset="0"/>
              </a:rPr>
              <a:t>Sources:
- Cell 11: train_independent_loras(...)
- Cell 12: simple_avg_no_replay and simple_avg_orth
- Cell 13: simple_avg_replay
This method keeps the final merge logic identical while changing only the training source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A0CF1-47F3-4C71-9695-A096A239405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04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Calibri" panose="020F0502020204030204" pitchFamily="34" charset="0"/>
              </a:rPr>
              <a:t>Exact source lines:
- Cell 9, function simple_average_deltas
Execution blocks:
- Cell 12 for simple_avg_no_replay
- Cell 13 for simple_avg_replay
Hyperparameters affecting this method: LR_LORA, LORA_EPOCHS, BATCH_LORA, REPLAY_PER_CLASS.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A0CF1-47F3-4C71-9695-A096A239405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0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Calibri" panose="020F0502020204030204" pitchFamily="34" charset="0"/>
              </a:rPr>
              <a:t>Primary source: Cell 16.
Core class: GrowingRankLoRALinear(nn.Module).
Key variables: RANKEXT_NEW_RANK_PER_STEP, RANKEXT_ALPHA_PER_RANK, LR_RANKEXT.
Variants are controlled through run_rank_extension_variant(...).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A0CF1-47F3-4C71-9695-A096A239405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0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Calibri" panose="020F0502020204030204" pitchFamily="34" charset="0"/>
              </a:rPr>
              <a:t>Cell/function references:
- Cell 16, GrowingRankLoRALinear class
- Cell 16, build_rank_extension_model(previous_rank_state, step_idx)
Copy/freeze behavior comes from passing previous_rank_state['lora'][module_name]['A'/'B'] into frozen_A/frozen_B.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A0CF1-47F3-4C71-9695-A096A239405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46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Calibri" panose="020F0502020204030204" pitchFamily="34" charset="0"/>
              </a:rPr>
              <a:t>Cell references: Cell 16.
Relevant functions:
- run_rank_extension_variant(...)
- snapshot_frozen_rank_blocks(...)
- check_frozen_rank_blocks_unchanged(...)
- extract_rank_extension_state(...)
This is the critical mechanism confirming old copied rank slices are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A0CF1-47F3-4C71-9695-A096A239405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27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Calibri" panose="020F0502020204030204" pitchFamily="34" charset="0"/>
              </a:rPr>
              <a:t>Primary source: Cell 9 (do_merge_deltas, column_decouple_delta, orthogonalize_task_directions).
Execution source: Cell 14 (do_merging_simple and do_merging_simple_orth).
This is implemented as a merging rule over already trained independent step LoRAs.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A0CF1-47F3-4C71-9695-A096A23940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31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Calibri" panose="020F0502020204030204" pitchFamily="34" charset="0"/>
              </a:rPr>
              <a:t>Cell/function references:
- Cell 9: do_merge_deltas(...), apply_deltas_to_base(...)
- Cell 14: do_delta = do_merge_deltas(step_states_no_replay)
Diagnostic prints include pairwise cosine before/after orthogonalization and column magnitude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A0CF1-47F3-4C71-9695-A096A239405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03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Calibri" panose="020F0502020204030204" pitchFamily="34" charset="0"/>
              </a:rPr>
              <a:t>Primary source: Cell 15.
M_prev is extracted from base/current reference weights before training the current step LoRA.
DeltaW_curr uses current LoRA factors (B @ A) with layer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A0CF1-47F3-4C71-9695-A096A239405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82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Calibri" panose="020F0502020204030204" pitchFamily="34" charset="0"/>
              </a:rPr>
              <a:t>Cell references:
- Cell 15: orthogonal_loss method and diagnostics
- Cell 11: IndependentLoraOrthTrainer for simple_avg_orth / do_merging_simple_orth source training
- Cell 16: RankExtensionOrthTrainer path inside rank-extension variants
This keeps orthogonality as an add-on regularizer rather than an isolated standalone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A0CF1-47F3-4C71-9695-A096A239405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40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>
                <a:latin typeface="Calibri" panose="020F0502020204030204" pitchFamily="34" charset="0"/>
              </a:rPr>
              <a:t>Primary reporting source: Cell 19 (final pivot table + summary metrics).
This slide explains exactly how the notebook quantifies method differences.
Use this structure when discussing results with supervisor after cluster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A0CF1-47F3-4C71-9695-A096A239405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83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1926-47B8-E110-93C7-E0B839A34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F3ACF-C117-87A8-5C60-57E30CAE4B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F7513-6A70-8E1F-33D3-0F5BDC461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C527-307B-4138-8D27-ABF73EFA831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83AD5-234E-D4E1-8375-9238B51E6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D9A02-0967-747A-7EB5-00253610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0976-66D3-440D-BF16-7515DF8D5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96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5D2D-52B6-8624-C625-C9850962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AE8C7-3888-515C-954F-3FD7460AF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AFABC-6ACF-BF39-4CAB-DDABDE552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C527-307B-4138-8D27-ABF73EFA831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4CED9-D4CE-FBD8-8171-63164C20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2C724-AF0E-C7A1-63E8-460CFC04A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0976-66D3-440D-BF16-7515DF8D5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5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1E74-191B-A0A6-4D02-6E2AE241D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811C2-801E-1BEF-F83B-3E8E4749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DEEE1-B381-C8DD-B5BC-7B04DAED7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C527-307B-4138-8D27-ABF73EFA831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E3477-017B-79DE-8C2F-61CE968F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92D63-8D81-59AA-D001-0F44B62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0976-66D3-440D-BF16-7515DF8D5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74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12D15-82F9-C09D-ADAF-B4C93CDD5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79252-84D3-7688-25CC-B11328B16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CE804-FA52-68C8-A5EA-F32088FF2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E97E2-3BD9-385F-1ACE-EB47A62C0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C527-307B-4138-8D27-ABF73EFA831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58ABB-435F-E3B5-5A9D-095DF894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E4F72-DD62-6522-FFC1-DC655BC75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0976-66D3-440D-BF16-7515DF8D5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58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BB61-F652-D285-974F-FEC2CA47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78C2C-D6E4-67E6-E432-032091D9D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D89CF-12B8-493E-C011-D23A1CF80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773224-A1F6-30AD-63CB-BBC50F4A8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1A2C2D-807C-30F5-C93E-AD77E00134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D65F14-B75A-BB13-0FF0-65CE997A6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C527-307B-4138-8D27-ABF73EFA831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8FAEA-0225-94CD-0761-6763E5DA7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19F652-0897-DC9E-0B00-ADCCDBB6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0976-66D3-440D-BF16-7515DF8D5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8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0D2C5-DAEE-17F2-D60A-132572C15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22CE6-8A8D-F103-0FD6-6468D886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C527-307B-4138-8D27-ABF73EFA831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7A255-A2BB-B42C-8877-A68997806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5CA27-F156-5897-0419-F7DA42556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0976-66D3-440D-BF16-7515DF8D5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7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1A806-BD83-4D25-2F92-1C1ED8E28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C527-307B-4138-8D27-ABF73EFA831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EC520F-7CFB-10F1-97E5-B7865A526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E31DE-7A3C-C794-85DA-01624F9F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0976-66D3-440D-BF16-7515DF8D5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43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0C2E7-D68C-E299-5762-363FA5B4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80F1D-B188-5D0D-4954-9AE701CDE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73408-CC2F-C946-E85C-01559B05E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7086D-755C-7AF2-08E5-5ECE4E714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C527-307B-4138-8D27-ABF73EFA831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4567D-3F0D-C750-D233-BE4186497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C3163-1027-AF29-A980-789F67B3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0976-66D3-440D-BF16-7515DF8D5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05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7EF8-73E9-1EC0-20C8-0A4906704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933284-51B7-642E-BE0B-FB6FBF836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57C8B-AEB1-A669-A345-20E7795BF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FFCC9-97EE-EAA3-F6F0-8747E28EE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C527-307B-4138-8D27-ABF73EFA831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A1671-F3C6-F6FD-CB6D-D554EF45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5D319-EDF3-AFE9-6FB0-45EC33644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0976-66D3-440D-BF16-7515DF8D5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3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920E-AD66-B2E0-741F-FBFE26F2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3C6EA-6EE1-D68B-73B9-001203AA5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BAF13-0E17-0CDC-34FA-0D4FCB40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C527-307B-4138-8D27-ABF73EFA831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0758A-6FF5-505B-5914-A7C10A48A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9AAE0-EB58-AF44-E983-4F8E4856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0976-66D3-440D-BF16-7515DF8D5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200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FB5304-B736-EFA6-96B6-C508A43A68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1885B5-5D7D-17D3-52D3-AEA47698F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6ED93-111C-52A6-73BC-337E9B767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C527-307B-4138-8D27-ABF73EFA831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6D24E-6CBD-3C52-A5FE-C1594B17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32368-64C7-FE7D-C1B4-08047C176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0976-66D3-440D-BF16-7515DF8D5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17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9F0E6-1397-E49F-2421-D94769F4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CFE8-747E-9369-DF76-514E5486E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3E6F6-3CF2-B36C-BB27-9B0A4B5D5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C527-307B-4138-8D27-ABF73EFA831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564F4-AFD3-7D76-59EE-7B03B4EB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E778E-762B-3DE5-CB8E-4BF351C1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0976-66D3-440D-BF16-7515DF8D5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9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367B53-AA30-947E-CFBC-7913DFD3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1D92C-85E5-B2DD-7D91-4D66371CA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3CE86-964C-D829-7CC5-181664F6E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AC527-307B-4138-8D27-ABF73EFA831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357E9-8DA9-EFB0-1761-C7DA7DFB2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2721B-19C7-B455-3253-07E6DE1B1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0976-66D3-440D-BF16-7515DF8D5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30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3" Type="http://schemas.openxmlformats.org/officeDocument/2006/relationships/image" Target="../media/generated_slide_01.jpeg" /></Relationships>
</file>

<file path=ppt/slides/_rels/slide2.xml.rels><?xml version='1.0' encoding='utf-8'?>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2.xml" /><Relationship Id="rId3" Type="http://schemas.openxmlformats.org/officeDocument/2006/relationships/image" Target="../media/generated_slide_02.jpeg" /></Relationships>
</file>

<file path=ppt/slides/_rels/slide3.xml.rels><?xml version='1.0' encoding='utf-8'?>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2.xml" /><Relationship Id="rId3" Type="http://schemas.openxmlformats.org/officeDocument/2006/relationships/image" Target="../media/generated_slide_03.jpeg" /></Relationships>
</file>

<file path=ppt/slides/_rels/slide4.xml.rels><?xml version='1.0' encoding='utf-8'?>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2.xml" /><Relationship Id="rId3" Type="http://schemas.openxmlformats.org/officeDocument/2006/relationships/image" Target="../media/generated_slide_04.jpeg" /></Relationships>
</file>

<file path=ppt/slides/_rels/slide5.xml.rels><?xml version='1.0' encoding='utf-8'?>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2.xml" /><Relationship Id="rId3" Type="http://schemas.openxmlformats.org/officeDocument/2006/relationships/image" Target="../media/generated_slide_05.jpeg" /></Relationships>
</file>

<file path=ppt/slides/_rels/slide6.xml.rels><?xml version='1.0' encoding='utf-8'?>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2.xml" /><Relationship Id="rId3" Type="http://schemas.openxmlformats.org/officeDocument/2006/relationships/image" Target="../media/generated_slide_06.jpeg" /></Relationships>
</file>

<file path=ppt/slides/_rels/slide7.xml.rels><?xml version='1.0' encoding='utf-8'?>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2.xml" /><Relationship Id="rId3" Type="http://schemas.openxmlformats.org/officeDocument/2006/relationships/image" Target="../media/generated_slide_07.jpeg" /></Relationships>
</file>

<file path=ppt/slides/_rels/slide8.xml.rels><?xml version='1.0' encoding='utf-8'?>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2.xml" /><Relationship Id="rId3" Type="http://schemas.openxmlformats.org/officeDocument/2006/relationships/image" Target="../media/generated_slide_08.jpeg" /></Relationships>
</file>

<file path=ppt/slides/_rels/slide9.xml.rels><?xml version='1.0' encoding='utf-8'?>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2.xml" /><Relationship Id="rId3" Type="http://schemas.openxmlformats.org/officeDocument/2006/relationships/image" Target="../media/generated_slide_09.jpeg" /></Relationships>
</file>

<file path=ppt/slides/_rels/slide10.xml.rels><?xml version='1.0' encoding='utf-8'?>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2.xml" /><Relationship Id="rId3" Type="http://schemas.openxmlformats.org/officeDocument/2006/relationships/image" Target="../media/generated_slide_10.jpeg" /></Relationships>
</file>

<file path=ppt/slides/_rels/slide11.xml.rels><?xml version='1.0' encoding='utf-8'?>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2.xml" /><Relationship Id="rId3" Type="http://schemas.openxmlformats.org/officeDocument/2006/relationships/image" Target="../media/generated_slide_11.jpeg" /></Relationships>
</file>

<file path=ppt/slides/_rels/slide12.xml.rels><?xml version='1.0' encoding='utf-8'?>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2.xml" /><Relationship Id="rId3" Type="http://schemas.openxmlformats.org/officeDocument/2006/relationships/image" Target="../media/generated_slide_12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2195</Words>
  <Application>Microsoft Office PowerPoint</Application>
  <PresentationFormat>Widescreen</PresentationFormat>
  <Paragraphs>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Office Theme</vt:lpstr>
      <vt:lpstr>CLIP-ViT + LoRA Continual Learning (n5): Method Explanations</vt:lpstr>
      <vt:lpstr>Experimental Setup and Notation</vt:lpstr>
      <vt:lpstr>Method 1: Simple Average Merging (Concept)</vt:lpstr>
      <vt:lpstr>Simple Average: Formula and Notebook Code</vt:lpstr>
      <vt:lpstr>Method 2: Rank Extension (Concept)</vt:lpstr>
      <vt:lpstr>Rank Extension: Mathematics and Layer Construction</vt:lpstr>
      <vt:lpstr>Rank Extension: Training Loop, Replay/Orth Switches, Diagnostics</vt:lpstr>
      <vt:lpstr>Method 3: DO-Merging (Concept)</vt:lpstr>
      <vt:lpstr>DO-Merging: Formula and Notebook Code</vt:lpstr>
      <vt:lpstr>Method 4: Orthogonality / Orthogonal Loss (Concept)</vt:lpstr>
      <vt:lpstr>Orthogonality: Code Path, Variants, and Hyperparameters</vt:lpstr>
      <vt:lpstr>Comparison Framework and Reported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ASUSCenter</dc:creator>
  <cp:lastModifiedBy>ASUSCenter</cp:lastModifiedBy>
  <cp:revision>5</cp:revision>
  <dcterms:created xsi:type="dcterms:W3CDTF">2026-05-26T19:49:25Z</dcterms:created>
  <dcterms:modified xsi:type="dcterms:W3CDTF">2026-05-26T20:52:59Z</dcterms:modified>
</cp:coreProperties>
</file>